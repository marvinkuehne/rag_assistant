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43"/>
    <p:restoredTop sz="94726"/>
  </p:normalViewPr>
  <p:slideViewPr>
    <p:cSldViewPr snapToGrid="0">
      <p:cViewPr>
        <p:scale>
          <a:sx n="150" d="100"/>
          <a:sy n="150" d="100"/>
        </p:scale>
        <p:origin x="-360" y="-4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7"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vin Kühne" userId="542063bb8298dec7" providerId="LiveId" clId="{52F23B9C-DBFB-BE4B-A4BC-083D0D472A3D}"/>
    <pc:docChg chg="modSld">
      <pc:chgData name="Marvin Kühne" userId="542063bb8298dec7" providerId="LiveId" clId="{52F23B9C-DBFB-BE4B-A4BC-083D0D472A3D}" dt="2025-05-27T12:03:34.861" v="1" actId="1076"/>
      <pc:docMkLst>
        <pc:docMk/>
      </pc:docMkLst>
      <pc:sldChg chg="modSp mod">
        <pc:chgData name="Marvin Kühne" userId="542063bb8298dec7" providerId="LiveId" clId="{52F23B9C-DBFB-BE4B-A4BC-083D0D472A3D}" dt="2025-05-27T12:03:34.861" v="1" actId="1076"/>
        <pc:sldMkLst>
          <pc:docMk/>
          <pc:sldMk cId="187337852" sldId="256"/>
        </pc:sldMkLst>
        <pc:spChg chg="mod">
          <ac:chgData name="Marvin Kühne" userId="542063bb8298dec7" providerId="LiveId" clId="{52F23B9C-DBFB-BE4B-A4BC-083D0D472A3D}" dt="2025-05-27T12:03:19.810" v="0" actId="790"/>
          <ac:spMkLst>
            <pc:docMk/>
            <pc:sldMk cId="187337852" sldId="256"/>
            <ac:spMk id="2" creationId="{541BE19E-A05F-069B-E449-06FDFFF82617}"/>
          </ac:spMkLst>
        </pc:spChg>
        <pc:spChg chg="mod">
          <ac:chgData name="Marvin Kühne" userId="542063bb8298dec7" providerId="LiveId" clId="{52F23B9C-DBFB-BE4B-A4BC-083D0D472A3D}" dt="2025-05-27T12:03:19.810" v="0" actId="790"/>
          <ac:spMkLst>
            <pc:docMk/>
            <pc:sldMk cId="187337852" sldId="256"/>
            <ac:spMk id="3" creationId="{1E99A2A7-C09F-1F76-1370-C4F02354C32C}"/>
          </ac:spMkLst>
        </pc:spChg>
        <pc:spChg chg="mod">
          <ac:chgData name="Marvin Kühne" userId="542063bb8298dec7" providerId="LiveId" clId="{52F23B9C-DBFB-BE4B-A4BC-083D0D472A3D}" dt="2025-05-27T12:03:19.810" v="0" actId="790"/>
          <ac:spMkLst>
            <pc:docMk/>
            <pc:sldMk cId="187337852" sldId="256"/>
            <ac:spMk id="4" creationId="{046D4A95-D140-0E51-F88A-4ECFB7925C26}"/>
          </ac:spMkLst>
        </pc:spChg>
        <pc:spChg chg="mod">
          <ac:chgData name="Marvin Kühne" userId="542063bb8298dec7" providerId="LiveId" clId="{52F23B9C-DBFB-BE4B-A4BC-083D0D472A3D}" dt="2025-05-27T12:03:19.810" v="0" actId="790"/>
          <ac:spMkLst>
            <pc:docMk/>
            <pc:sldMk cId="187337852" sldId="256"/>
            <ac:spMk id="5" creationId="{E624AFD0-7538-6041-7372-8434D6CC6CC9}"/>
          </ac:spMkLst>
        </pc:spChg>
        <pc:spChg chg="mod">
          <ac:chgData name="Marvin Kühne" userId="542063bb8298dec7" providerId="LiveId" clId="{52F23B9C-DBFB-BE4B-A4BC-083D0D472A3D}" dt="2025-05-27T12:03:34.861" v="1" actId="1076"/>
          <ac:spMkLst>
            <pc:docMk/>
            <pc:sldMk cId="187337852" sldId="256"/>
            <ac:spMk id="6" creationId="{DA38F228-948F-6862-30B6-DCAEF57AD861}"/>
          </ac:spMkLst>
        </pc:spChg>
      </pc:sldChg>
    </pc:docChg>
  </pc:docChgLst>
  <pc:docChgLst>
    <pc:chgData name="Marvin Kühne" userId="542063bb8298dec7" providerId="LiveId" clId="{B45BAF38-E8A9-384C-BE8E-EE7C17193F3D}"/>
    <pc:docChg chg="custSel modSld">
      <pc:chgData name="Marvin Kühne" userId="542063bb8298dec7" providerId="LiveId" clId="{B45BAF38-E8A9-384C-BE8E-EE7C17193F3D}" dt="2024-10-18T06:33:04.858" v="1604" actId="14100"/>
      <pc:docMkLst>
        <pc:docMk/>
      </pc:docMkLst>
      <pc:sldChg chg="addSp modSp mod">
        <pc:chgData name="Marvin Kühne" userId="542063bb8298dec7" providerId="LiveId" clId="{B45BAF38-E8A9-384C-BE8E-EE7C17193F3D}" dt="2024-10-18T06:33:04.858" v="1604" actId="14100"/>
        <pc:sldMkLst>
          <pc:docMk/>
          <pc:sldMk cId="187337852" sldId="256"/>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004F524-7519-4510-4724-4F29368974F5}"/>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p>
        </p:txBody>
      </p:sp>
      <p:sp>
        <p:nvSpPr>
          <p:cNvPr id="3" name="Untertitel 2">
            <a:extLst>
              <a:ext uri="{FF2B5EF4-FFF2-40B4-BE49-F238E27FC236}">
                <a16:creationId xmlns:a16="http://schemas.microsoft.com/office/drawing/2014/main" id="{28B926D1-4E21-8049-ACDC-5558A7DE463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4" name="Datumsplatzhalter 3">
            <a:extLst>
              <a:ext uri="{FF2B5EF4-FFF2-40B4-BE49-F238E27FC236}">
                <a16:creationId xmlns:a16="http://schemas.microsoft.com/office/drawing/2014/main" id="{55AF6ED8-D61C-3544-A69E-8B29DC23959E}"/>
              </a:ext>
            </a:extLst>
          </p:cNvPr>
          <p:cNvSpPr>
            <a:spLocks noGrp="1"/>
          </p:cNvSpPr>
          <p:nvPr>
            <p:ph type="dt" sz="half" idx="10"/>
          </p:nvPr>
        </p:nvSpPr>
        <p:spPr/>
        <p:txBody>
          <a:bodyPr/>
          <a:lstStyle/>
          <a:p>
            <a:fld id="{3BD8FE86-F5C9-714D-ADE0-A8C15D6E0917}" type="datetimeFigureOut">
              <a:rPr lang="de-DE" smtClean="0"/>
              <a:t>27.05.25</a:t>
            </a:fld>
            <a:endParaRPr lang="de-DE"/>
          </a:p>
        </p:txBody>
      </p:sp>
      <p:sp>
        <p:nvSpPr>
          <p:cNvPr id="5" name="Fußzeilenplatzhalter 4">
            <a:extLst>
              <a:ext uri="{FF2B5EF4-FFF2-40B4-BE49-F238E27FC236}">
                <a16:creationId xmlns:a16="http://schemas.microsoft.com/office/drawing/2014/main" id="{A0BFAB18-2A7A-9E5F-C9BF-80ACC9A02329}"/>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6D754A78-F607-A907-6ADF-767A263F5A00}"/>
              </a:ext>
            </a:extLst>
          </p:cNvPr>
          <p:cNvSpPr>
            <a:spLocks noGrp="1"/>
          </p:cNvSpPr>
          <p:nvPr>
            <p:ph type="sldNum" sz="quarter" idx="12"/>
          </p:nvPr>
        </p:nvSpPr>
        <p:spPr/>
        <p:txBody>
          <a:bodyPr/>
          <a:lstStyle/>
          <a:p>
            <a:fld id="{0B876FE4-8DFC-FE45-BE39-1F84A65C170C}" type="slidenum">
              <a:rPr lang="de-DE" smtClean="0"/>
              <a:t>‹#›</a:t>
            </a:fld>
            <a:endParaRPr lang="de-DE"/>
          </a:p>
        </p:txBody>
      </p:sp>
    </p:spTree>
    <p:extLst>
      <p:ext uri="{BB962C8B-B14F-4D97-AF65-F5344CB8AC3E}">
        <p14:creationId xmlns:p14="http://schemas.microsoft.com/office/powerpoint/2010/main" val="24845830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EDBE099-FABE-1870-897A-3AD44110A9B0}"/>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59F6CA4C-C506-1985-B0B4-FF48D8E6F614}"/>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D8F8D36C-E011-9022-0A60-DC704156A98E}"/>
              </a:ext>
            </a:extLst>
          </p:cNvPr>
          <p:cNvSpPr>
            <a:spLocks noGrp="1"/>
          </p:cNvSpPr>
          <p:nvPr>
            <p:ph type="dt" sz="half" idx="10"/>
          </p:nvPr>
        </p:nvSpPr>
        <p:spPr/>
        <p:txBody>
          <a:bodyPr/>
          <a:lstStyle/>
          <a:p>
            <a:fld id="{3BD8FE86-F5C9-714D-ADE0-A8C15D6E0917}" type="datetimeFigureOut">
              <a:rPr lang="de-DE" smtClean="0"/>
              <a:t>27.05.25</a:t>
            </a:fld>
            <a:endParaRPr lang="de-DE"/>
          </a:p>
        </p:txBody>
      </p:sp>
      <p:sp>
        <p:nvSpPr>
          <p:cNvPr id="5" name="Fußzeilenplatzhalter 4">
            <a:extLst>
              <a:ext uri="{FF2B5EF4-FFF2-40B4-BE49-F238E27FC236}">
                <a16:creationId xmlns:a16="http://schemas.microsoft.com/office/drawing/2014/main" id="{269885FB-8699-380A-8157-6C212E77BE5C}"/>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13E62DD9-617D-2EEB-A4C6-9FD3241704FC}"/>
              </a:ext>
            </a:extLst>
          </p:cNvPr>
          <p:cNvSpPr>
            <a:spLocks noGrp="1"/>
          </p:cNvSpPr>
          <p:nvPr>
            <p:ph type="sldNum" sz="quarter" idx="12"/>
          </p:nvPr>
        </p:nvSpPr>
        <p:spPr/>
        <p:txBody>
          <a:bodyPr/>
          <a:lstStyle/>
          <a:p>
            <a:fld id="{0B876FE4-8DFC-FE45-BE39-1F84A65C170C}" type="slidenum">
              <a:rPr lang="de-DE" smtClean="0"/>
              <a:t>‹#›</a:t>
            </a:fld>
            <a:endParaRPr lang="de-DE"/>
          </a:p>
        </p:txBody>
      </p:sp>
    </p:spTree>
    <p:extLst>
      <p:ext uri="{BB962C8B-B14F-4D97-AF65-F5344CB8AC3E}">
        <p14:creationId xmlns:p14="http://schemas.microsoft.com/office/powerpoint/2010/main" val="9679571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ADD66B8-F604-8CB3-79A7-CC57689A544B}"/>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p>
        </p:txBody>
      </p:sp>
      <p:sp>
        <p:nvSpPr>
          <p:cNvPr id="3" name="Textplatzhalter 2">
            <a:extLst>
              <a:ext uri="{FF2B5EF4-FFF2-40B4-BE49-F238E27FC236}">
                <a16:creationId xmlns:a16="http://schemas.microsoft.com/office/drawing/2014/main" id="{1F078632-788E-EA94-4723-B79C22912B7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5024FD97-020F-2C05-F691-A5A08D8A8C34}"/>
              </a:ext>
            </a:extLst>
          </p:cNvPr>
          <p:cNvSpPr>
            <a:spLocks noGrp="1"/>
          </p:cNvSpPr>
          <p:nvPr>
            <p:ph type="dt" sz="half" idx="10"/>
          </p:nvPr>
        </p:nvSpPr>
        <p:spPr/>
        <p:txBody>
          <a:bodyPr/>
          <a:lstStyle/>
          <a:p>
            <a:fld id="{3BD8FE86-F5C9-714D-ADE0-A8C15D6E0917}" type="datetimeFigureOut">
              <a:rPr lang="de-DE" smtClean="0"/>
              <a:t>27.05.25</a:t>
            </a:fld>
            <a:endParaRPr lang="de-DE"/>
          </a:p>
        </p:txBody>
      </p:sp>
      <p:sp>
        <p:nvSpPr>
          <p:cNvPr id="5" name="Fußzeilenplatzhalter 4">
            <a:extLst>
              <a:ext uri="{FF2B5EF4-FFF2-40B4-BE49-F238E27FC236}">
                <a16:creationId xmlns:a16="http://schemas.microsoft.com/office/drawing/2014/main" id="{334D4219-E3CB-EED9-508C-080ED180CC43}"/>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71823D7A-CC9F-7A96-BA6A-A5540319BE2E}"/>
              </a:ext>
            </a:extLst>
          </p:cNvPr>
          <p:cNvSpPr>
            <a:spLocks noGrp="1"/>
          </p:cNvSpPr>
          <p:nvPr>
            <p:ph type="sldNum" sz="quarter" idx="12"/>
          </p:nvPr>
        </p:nvSpPr>
        <p:spPr/>
        <p:txBody>
          <a:bodyPr/>
          <a:lstStyle/>
          <a:p>
            <a:fld id="{0B876FE4-8DFC-FE45-BE39-1F84A65C170C}" type="slidenum">
              <a:rPr lang="de-DE" smtClean="0"/>
              <a:t>‹#›</a:t>
            </a:fld>
            <a:endParaRPr lang="de-DE"/>
          </a:p>
        </p:txBody>
      </p:sp>
    </p:spTree>
    <p:extLst>
      <p:ext uri="{BB962C8B-B14F-4D97-AF65-F5344CB8AC3E}">
        <p14:creationId xmlns:p14="http://schemas.microsoft.com/office/powerpoint/2010/main" val="16977861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3314B3B-2F8F-35D7-1317-82DC37369B48}"/>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DEDAD27D-CE71-A4D6-158E-7A499EACE060}"/>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FBA900FE-F5BB-8CB5-102C-BD09BB5C9940}"/>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98E618BF-4635-28DF-C359-B77A5E78824F}"/>
              </a:ext>
            </a:extLst>
          </p:cNvPr>
          <p:cNvSpPr>
            <a:spLocks noGrp="1"/>
          </p:cNvSpPr>
          <p:nvPr>
            <p:ph type="dt" sz="half" idx="10"/>
          </p:nvPr>
        </p:nvSpPr>
        <p:spPr/>
        <p:txBody>
          <a:bodyPr/>
          <a:lstStyle/>
          <a:p>
            <a:fld id="{3BD8FE86-F5C9-714D-ADE0-A8C15D6E0917}" type="datetimeFigureOut">
              <a:rPr lang="de-DE" smtClean="0"/>
              <a:t>27.05.25</a:t>
            </a:fld>
            <a:endParaRPr lang="de-DE"/>
          </a:p>
        </p:txBody>
      </p:sp>
      <p:sp>
        <p:nvSpPr>
          <p:cNvPr id="6" name="Fußzeilenplatzhalter 5">
            <a:extLst>
              <a:ext uri="{FF2B5EF4-FFF2-40B4-BE49-F238E27FC236}">
                <a16:creationId xmlns:a16="http://schemas.microsoft.com/office/drawing/2014/main" id="{2B8C607C-DEE2-3D38-46F6-B4D2978CBACB}"/>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DD3E6C12-4EE4-1790-A96C-81510EAFC823}"/>
              </a:ext>
            </a:extLst>
          </p:cNvPr>
          <p:cNvSpPr>
            <a:spLocks noGrp="1"/>
          </p:cNvSpPr>
          <p:nvPr>
            <p:ph type="sldNum" sz="quarter" idx="12"/>
          </p:nvPr>
        </p:nvSpPr>
        <p:spPr/>
        <p:txBody>
          <a:bodyPr/>
          <a:lstStyle/>
          <a:p>
            <a:fld id="{0B876FE4-8DFC-FE45-BE39-1F84A65C170C}" type="slidenum">
              <a:rPr lang="de-DE" smtClean="0"/>
              <a:t>‹#›</a:t>
            </a:fld>
            <a:endParaRPr lang="de-DE"/>
          </a:p>
        </p:txBody>
      </p:sp>
    </p:spTree>
    <p:extLst>
      <p:ext uri="{BB962C8B-B14F-4D97-AF65-F5344CB8AC3E}">
        <p14:creationId xmlns:p14="http://schemas.microsoft.com/office/powerpoint/2010/main" val="28659640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AC75A0F-9ABB-7C3C-7CCD-030A07366176}"/>
              </a:ext>
            </a:extLst>
          </p:cNvPr>
          <p:cNvSpPr>
            <a:spLocks noGrp="1"/>
          </p:cNvSpPr>
          <p:nvPr>
            <p:ph type="title"/>
          </p:nvPr>
        </p:nvSpPr>
        <p:spPr>
          <a:xfrm>
            <a:off x="839788" y="365125"/>
            <a:ext cx="10515600" cy="1325563"/>
          </a:xfrm>
        </p:spPr>
        <p:txBody>
          <a:bodyPr/>
          <a:lstStyle/>
          <a:p>
            <a:r>
              <a:rPr lang="de-DE"/>
              <a:t>Mastertitelformat bearbeiten</a:t>
            </a:r>
          </a:p>
        </p:txBody>
      </p:sp>
      <p:sp>
        <p:nvSpPr>
          <p:cNvPr id="3" name="Textplatzhalter 2">
            <a:extLst>
              <a:ext uri="{FF2B5EF4-FFF2-40B4-BE49-F238E27FC236}">
                <a16:creationId xmlns:a16="http://schemas.microsoft.com/office/drawing/2014/main" id="{D78E2F6F-B414-0F27-0DBE-16FC72374C4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680BEB7A-36EA-70DB-B10C-1EBFF100C0BA}"/>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C057EAE8-3893-62E6-B448-B067C91DA4B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6BF073A1-A58B-AF67-E3DF-1FD9BB9C93F6}"/>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a:extLst>
              <a:ext uri="{FF2B5EF4-FFF2-40B4-BE49-F238E27FC236}">
                <a16:creationId xmlns:a16="http://schemas.microsoft.com/office/drawing/2014/main" id="{1D300397-50E9-9190-BDF0-874E874D5D96}"/>
              </a:ext>
            </a:extLst>
          </p:cNvPr>
          <p:cNvSpPr>
            <a:spLocks noGrp="1"/>
          </p:cNvSpPr>
          <p:nvPr>
            <p:ph type="dt" sz="half" idx="10"/>
          </p:nvPr>
        </p:nvSpPr>
        <p:spPr/>
        <p:txBody>
          <a:bodyPr/>
          <a:lstStyle/>
          <a:p>
            <a:fld id="{3BD8FE86-F5C9-714D-ADE0-A8C15D6E0917}" type="datetimeFigureOut">
              <a:rPr lang="de-DE" smtClean="0"/>
              <a:t>27.05.25</a:t>
            </a:fld>
            <a:endParaRPr lang="de-DE"/>
          </a:p>
        </p:txBody>
      </p:sp>
      <p:sp>
        <p:nvSpPr>
          <p:cNvPr id="8" name="Fußzeilenplatzhalter 7">
            <a:extLst>
              <a:ext uri="{FF2B5EF4-FFF2-40B4-BE49-F238E27FC236}">
                <a16:creationId xmlns:a16="http://schemas.microsoft.com/office/drawing/2014/main" id="{EB8D2A6F-8E38-4237-4A49-78880737C110}"/>
              </a:ext>
            </a:extLst>
          </p:cNvPr>
          <p:cNvSpPr>
            <a:spLocks noGrp="1"/>
          </p:cNvSpPr>
          <p:nvPr>
            <p:ph type="ftr" sz="quarter" idx="11"/>
          </p:nvPr>
        </p:nvSpPr>
        <p:spPr/>
        <p:txBody>
          <a:bodyPr/>
          <a:lstStyle/>
          <a:p>
            <a:endParaRPr lang="de-DE"/>
          </a:p>
        </p:txBody>
      </p:sp>
      <p:sp>
        <p:nvSpPr>
          <p:cNvPr id="9" name="Foliennummernplatzhalter 8">
            <a:extLst>
              <a:ext uri="{FF2B5EF4-FFF2-40B4-BE49-F238E27FC236}">
                <a16:creationId xmlns:a16="http://schemas.microsoft.com/office/drawing/2014/main" id="{5F9657C3-B570-65E5-D1DC-46CAD42B043A}"/>
              </a:ext>
            </a:extLst>
          </p:cNvPr>
          <p:cNvSpPr>
            <a:spLocks noGrp="1"/>
          </p:cNvSpPr>
          <p:nvPr>
            <p:ph type="sldNum" sz="quarter" idx="12"/>
          </p:nvPr>
        </p:nvSpPr>
        <p:spPr/>
        <p:txBody>
          <a:bodyPr/>
          <a:lstStyle/>
          <a:p>
            <a:fld id="{0B876FE4-8DFC-FE45-BE39-1F84A65C170C}" type="slidenum">
              <a:rPr lang="de-DE" smtClean="0"/>
              <a:t>‹#›</a:t>
            </a:fld>
            <a:endParaRPr lang="de-DE"/>
          </a:p>
        </p:txBody>
      </p:sp>
    </p:spTree>
    <p:extLst>
      <p:ext uri="{BB962C8B-B14F-4D97-AF65-F5344CB8AC3E}">
        <p14:creationId xmlns:p14="http://schemas.microsoft.com/office/powerpoint/2010/main" val="10061488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B9F60BD-D33C-CF60-E3FB-F55948FC54A6}"/>
              </a:ext>
            </a:extLst>
          </p:cNvPr>
          <p:cNvSpPr>
            <a:spLocks noGrp="1"/>
          </p:cNvSpPr>
          <p:nvPr>
            <p:ph type="title"/>
          </p:nvPr>
        </p:nvSpPr>
        <p:spPr/>
        <p:txBody>
          <a:bodyPr/>
          <a:lstStyle/>
          <a:p>
            <a:r>
              <a:rPr lang="de-DE"/>
              <a:t>Mastertitelformat bearbeiten</a:t>
            </a:r>
          </a:p>
        </p:txBody>
      </p:sp>
      <p:sp>
        <p:nvSpPr>
          <p:cNvPr id="3" name="Datumsplatzhalter 2">
            <a:extLst>
              <a:ext uri="{FF2B5EF4-FFF2-40B4-BE49-F238E27FC236}">
                <a16:creationId xmlns:a16="http://schemas.microsoft.com/office/drawing/2014/main" id="{4BBB8442-D996-93DE-1B78-05C23A1CA69C}"/>
              </a:ext>
            </a:extLst>
          </p:cNvPr>
          <p:cNvSpPr>
            <a:spLocks noGrp="1"/>
          </p:cNvSpPr>
          <p:nvPr>
            <p:ph type="dt" sz="half" idx="10"/>
          </p:nvPr>
        </p:nvSpPr>
        <p:spPr/>
        <p:txBody>
          <a:bodyPr/>
          <a:lstStyle/>
          <a:p>
            <a:fld id="{3BD8FE86-F5C9-714D-ADE0-A8C15D6E0917}" type="datetimeFigureOut">
              <a:rPr lang="de-DE" smtClean="0"/>
              <a:t>27.05.25</a:t>
            </a:fld>
            <a:endParaRPr lang="de-DE"/>
          </a:p>
        </p:txBody>
      </p:sp>
      <p:sp>
        <p:nvSpPr>
          <p:cNvPr id="4" name="Fußzeilenplatzhalter 3">
            <a:extLst>
              <a:ext uri="{FF2B5EF4-FFF2-40B4-BE49-F238E27FC236}">
                <a16:creationId xmlns:a16="http://schemas.microsoft.com/office/drawing/2014/main" id="{FBEE1C1A-B118-4CB1-82EE-4C47609B44C9}"/>
              </a:ext>
            </a:extLst>
          </p:cNvPr>
          <p:cNvSpPr>
            <a:spLocks noGrp="1"/>
          </p:cNvSpPr>
          <p:nvPr>
            <p:ph type="ftr" sz="quarter" idx="11"/>
          </p:nvPr>
        </p:nvSpPr>
        <p:spPr/>
        <p:txBody>
          <a:bodyPr/>
          <a:lstStyle/>
          <a:p>
            <a:endParaRPr lang="de-DE"/>
          </a:p>
        </p:txBody>
      </p:sp>
      <p:sp>
        <p:nvSpPr>
          <p:cNvPr id="5" name="Foliennummernplatzhalter 4">
            <a:extLst>
              <a:ext uri="{FF2B5EF4-FFF2-40B4-BE49-F238E27FC236}">
                <a16:creationId xmlns:a16="http://schemas.microsoft.com/office/drawing/2014/main" id="{1149D2B4-8F6B-AD3A-5103-F3BBEA27B18F}"/>
              </a:ext>
            </a:extLst>
          </p:cNvPr>
          <p:cNvSpPr>
            <a:spLocks noGrp="1"/>
          </p:cNvSpPr>
          <p:nvPr>
            <p:ph type="sldNum" sz="quarter" idx="12"/>
          </p:nvPr>
        </p:nvSpPr>
        <p:spPr/>
        <p:txBody>
          <a:bodyPr/>
          <a:lstStyle/>
          <a:p>
            <a:fld id="{0B876FE4-8DFC-FE45-BE39-1F84A65C170C}" type="slidenum">
              <a:rPr lang="de-DE" smtClean="0"/>
              <a:t>‹#›</a:t>
            </a:fld>
            <a:endParaRPr lang="de-DE"/>
          </a:p>
        </p:txBody>
      </p:sp>
    </p:spTree>
    <p:extLst>
      <p:ext uri="{BB962C8B-B14F-4D97-AF65-F5344CB8AC3E}">
        <p14:creationId xmlns:p14="http://schemas.microsoft.com/office/powerpoint/2010/main" val="2255872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1443B155-1D2A-6E8E-5B52-37B9607174F1}"/>
              </a:ext>
            </a:extLst>
          </p:cNvPr>
          <p:cNvSpPr>
            <a:spLocks noGrp="1"/>
          </p:cNvSpPr>
          <p:nvPr>
            <p:ph type="dt" sz="half" idx="10"/>
          </p:nvPr>
        </p:nvSpPr>
        <p:spPr/>
        <p:txBody>
          <a:bodyPr/>
          <a:lstStyle/>
          <a:p>
            <a:fld id="{3BD8FE86-F5C9-714D-ADE0-A8C15D6E0917}" type="datetimeFigureOut">
              <a:rPr lang="de-DE" smtClean="0"/>
              <a:t>27.05.25</a:t>
            </a:fld>
            <a:endParaRPr lang="de-DE"/>
          </a:p>
        </p:txBody>
      </p:sp>
      <p:sp>
        <p:nvSpPr>
          <p:cNvPr id="3" name="Fußzeilenplatzhalter 2">
            <a:extLst>
              <a:ext uri="{FF2B5EF4-FFF2-40B4-BE49-F238E27FC236}">
                <a16:creationId xmlns:a16="http://schemas.microsoft.com/office/drawing/2014/main" id="{7F8C9568-EE57-F3DE-D6D5-A240891307ED}"/>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CB833F7C-C5C6-1CB6-1F44-2A8D95FF2F65}"/>
              </a:ext>
            </a:extLst>
          </p:cNvPr>
          <p:cNvSpPr>
            <a:spLocks noGrp="1"/>
          </p:cNvSpPr>
          <p:nvPr>
            <p:ph type="sldNum" sz="quarter" idx="12"/>
          </p:nvPr>
        </p:nvSpPr>
        <p:spPr/>
        <p:txBody>
          <a:bodyPr/>
          <a:lstStyle/>
          <a:p>
            <a:fld id="{0B876FE4-8DFC-FE45-BE39-1F84A65C170C}" type="slidenum">
              <a:rPr lang="de-DE" smtClean="0"/>
              <a:t>‹#›</a:t>
            </a:fld>
            <a:endParaRPr lang="de-DE"/>
          </a:p>
        </p:txBody>
      </p:sp>
    </p:spTree>
    <p:extLst>
      <p:ext uri="{BB962C8B-B14F-4D97-AF65-F5344CB8AC3E}">
        <p14:creationId xmlns:p14="http://schemas.microsoft.com/office/powerpoint/2010/main" val="39372986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B87D4AD-3367-E70B-15B8-9AF8F6CCD254}"/>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Inhaltsplatzhalter 2">
            <a:extLst>
              <a:ext uri="{FF2B5EF4-FFF2-40B4-BE49-F238E27FC236}">
                <a16:creationId xmlns:a16="http://schemas.microsoft.com/office/drawing/2014/main" id="{86BBAB41-C3C7-D191-0385-A523E517311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a:extLst>
              <a:ext uri="{FF2B5EF4-FFF2-40B4-BE49-F238E27FC236}">
                <a16:creationId xmlns:a16="http://schemas.microsoft.com/office/drawing/2014/main" id="{B8C25C3B-3314-4130-2614-86F5C82461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A7B6EBB1-9CF7-7120-14A1-4DCB99C0F694}"/>
              </a:ext>
            </a:extLst>
          </p:cNvPr>
          <p:cNvSpPr>
            <a:spLocks noGrp="1"/>
          </p:cNvSpPr>
          <p:nvPr>
            <p:ph type="dt" sz="half" idx="10"/>
          </p:nvPr>
        </p:nvSpPr>
        <p:spPr/>
        <p:txBody>
          <a:bodyPr/>
          <a:lstStyle/>
          <a:p>
            <a:fld id="{3BD8FE86-F5C9-714D-ADE0-A8C15D6E0917}" type="datetimeFigureOut">
              <a:rPr lang="de-DE" smtClean="0"/>
              <a:t>27.05.25</a:t>
            </a:fld>
            <a:endParaRPr lang="de-DE"/>
          </a:p>
        </p:txBody>
      </p:sp>
      <p:sp>
        <p:nvSpPr>
          <p:cNvPr id="6" name="Fußzeilenplatzhalter 5">
            <a:extLst>
              <a:ext uri="{FF2B5EF4-FFF2-40B4-BE49-F238E27FC236}">
                <a16:creationId xmlns:a16="http://schemas.microsoft.com/office/drawing/2014/main" id="{01128423-987C-099B-307D-62EC80DD89BD}"/>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D3AA8069-4747-2D91-EC26-14F50D1C71FB}"/>
              </a:ext>
            </a:extLst>
          </p:cNvPr>
          <p:cNvSpPr>
            <a:spLocks noGrp="1"/>
          </p:cNvSpPr>
          <p:nvPr>
            <p:ph type="sldNum" sz="quarter" idx="12"/>
          </p:nvPr>
        </p:nvSpPr>
        <p:spPr/>
        <p:txBody>
          <a:bodyPr/>
          <a:lstStyle/>
          <a:p>
            <a:fld id="{0B876FE4-8DFC-FE45-BE39-1F84A65C170C}" type="slidenum">
              <a:rPr lang="de-DE" smtClean="0"/>
              <a:t>‹#›</a:t>
            </a:fld>
            <a:endParaRPr lang="de-DE"/>
          </a:p>
        </p:txBody>
      </p:sp>
    </p:spTree>
    <p:extLst>
      <p:ext uri="{BB962C8B-B14F-4D97-AF65-F5344CB8AC3E}">
        <p14:creationId xmlns:p14="http://schemas.microsoft.com/office/powerpoint/2010/main" val="12606871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EBAC26B-A068-CF16-9A6D-F0CF837B254E}"/>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Bildplatzhalter 2">
            <a:extLst>
              <a:ext uri="{FF2B5EF4-FFF2-40B4-BE49-F238E27FC236}">
                <a16:creationId xmlns:a16="http://schemas.microsoft.com/office/drawing/2014/main" id="{2EB5B52D-64A5-3BD5-1D0C-781055CCD9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a:extLst>
              <a:ext uri="{FF2B5EF4-FFF2-40B4-BE49-F238E27FC236}">
                <a16:creationId xmlns:a16="http://schemas.microsoft.com/office/drawing/2014/main" id="{E51F0C19-5167-A1DA-2D8B-BEB6922A9C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0DEBE31A-ECBD-5241-5B6B-D273DE92020E}"/>
              </a:ext>
            </a:extLst>
          </p:cNvPr>
          <p:cNvSpPr>
            <a:spLocks noGrp="1"/>
          </p:cNvSpPr>
          <p:nvPr>
            <p:ph type="dt" sz="half" idx="10"/>
          </p:nvPr>
        </p:nvSpPr>
        <p:spPr/>
        <p:txBody>
          <a:bodyPr/>
          <a:lstStyle/>
          <a:p>
            <a:fld id="{3BD8FE86-F5C9-714D-ADE0-A8C15D6E0917}" type="datetimeFigureOut">
              <a:rPr lang="de-DE" smtClean="0"/>
              <a:t>27.05.25</a:t>
            </a:fld>
            <a:endParaRPr lang="de-DE"/>
          </a:p>
        </p:txBody>
      </p:sp>
      <p:sp>
        <p:nvSpPr>
          <p:cNvPr id="6" name="Fußzeilenplatzhalter 5">
            <a:extLst>
              <a:ext uri="{FF2B5EF4-FFF2-40B4-BE49-F238E27FC236}">
                <a16:creationId xmlns:a16="http://schemas.microsoft.com/office/drawing/2014/main" id="{92E042BF-8641-17B7-232A-215694766E9F}"/>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A9EE57DE-DC46-74A1-C68E-8A1F46F36CD0}"/>
              </a:ext>
            </a:extLst>
          </p:cNvPr>
          <p:cNvSpPr>
            <a:spLocks noGrp="1"/>
          </p:cNvSpPr>
          <p:nvPr>
            <p:ph type="sldNum" sz="quarter" idx="12"/>
          </p:nvPr>
        </p:nvSpPr>
        <p:spPr/>
        <p:txBody>
          <a:bodyPr/>
          <a:lstStyle/>
          <a:p>
            <a:fld id="{0B876FE4-8DFC-FE45-BE39-1F84A65C170C}" type="slidenum">
              <a:rPr lang="de-DE" smtClean="0"/>
              <a:t>‹#›</a:t>
            </a:fld>
            <a:endParaRPr lang="de-DE"/>
          </a:p>
        </p:txBody>
      </p:sp>
    </p:spTree>
    <p:extLst>
      <p:ext uri="{BB962C8B-B14F-4D97-AF65-F5344CB8AC3E}">
        <p14:creationId xmlns:p14="http://schemas.microsoft.com/office/powerpoint/2010/main" val="25123374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ECFD0DF-82BA-6FAF-5B89-8178CE4D60F1}"/>
              </a:ext>
            </a:extLst>
          </p:cNvPr>
          <p:cNvSpPr>
            <a:spLocks noGrp="1"/>
          </p:cNvSpPr>
          <p:nvPr>
            <p:ph type="title"/>
          </p:nvPr>
        </p:nvSpPr>
        <p:spPr/>
        <p:txBody>
          <a:bodyPr/>
          <a:lstStyle/>
          <a:p>
            <a:r>
              <a:rPr lang="de-DE"/>
              <a:t>Mastertitelformat bearbeiten</a:t>
            </a:r>
          </a:p>
        </p:txBody>
      </p:sp>
      <p:sp>
        <p:nvSpPr>
          <p:cNvPr id="3" name="Vertikaler Textplatzhalter 2">
            <a:extLst>
              <a:ext uri="{FF2B5EF4-FFF2-40B4-BE49-F238E27FC236}">
                <a16:creationId xmlns:a16="http://schemas.microsoft.com/office/drawing/2014/main" id="{1A0E7D02-4428-4FD6-D98B-94CF2A9BB6DD}"/>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234EA46A-8E40-515E-F009-5BAD9525FDD9}"/>
              </a:ext>
            </a:extLst>
          </p:cNvPr>
          <p:cNvSpPr>
            <a:spLocks noGrp="1"/>
          </p:cNvSpPr>
          <p:nvPr>
            <p:ph type="dt" sz="half" idx="10"/>
          </p:nvPr>
        </p:nvSpPr>
        <p:spPr/>
        <p:txBody>
          <a:bodyPr/>
          <a:lstStyle/>
          <a:p>
            <a:fld id="{3BD8FE86-F5C9-714D-ADE0-A8C15D6E0917}" type="datetimeFigureOut">
              <a:rPr lang="de-DE" smtClean="0"/>
              <a:t>27.05.25</a:t>
            </a:fld>
            <a:endParaRPr lang="de-DE"/>
          </a:p>
        </p:txBody>
      </p:sp>
      <p:sp>
        <p:nvSpPr>
          <p:cNvPr id="5" name="Fußzeilenplatzhalter 4">
            <a:extLst>
              <a:ext uri="{FF2B5EF4-FFF2-40B4-BE49-F238E27FC236}">
                <a16:creationId xmlns:a16="http://schemas.microsoft.com/office/drawing/2014/main" id="{781145A2-E80B-5B82-08D5-269559911BA2}"/>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649AF30B-8A73-1D29-FBA5-E979EB529F7E}"/>
              </a:ext>
            </a:extLst>
          </p:cNvPr>
          <p:cNvSpPr>
            <a:spLocks noGrp="1"/>
          </p:cNvSpPr>
          <p:nvPr>
            <p:ph type="sldNum" sz="quarter" idx="12"/>
          </p:nvPr>
        </p:nvSpPr>
        <p:spPr/>
        <p:txBody>
          <a:bodyPr/>
          <a:lstStyle/>
          <a:p>
            <a:fld id="{0B876FE4-8DFC-FE45-BE39-1F84A65C170C}" type="slidenum">
              <a:rPr lang="de-DE" smtClean="0"/>
              <a:t>‹#›</a:t>
            </a:fld>
            <a:endParaRPr lang="de-DE"/>
          </a:p>
        </p:txBody>
      </p:sp>
    </p:spTree>
    <p:extLst>
      <p:ext uri="{BB962C8B-B14F-4D97-AF65-F5344CB8AC3E}">
        <p14:creationId xmlns:p14="http://schemas.microsoft.com/office/powerpoint/2010/main" val="37388113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B09B7928-0BC5-30EA-BBA9-7AC86E8DB75F}"/>
              </a:ext>
            </a:extLst>
          </p:cNvPr>
          <p:cNvSpPr>
            <a:spLocks noGrp="1"/>
          </p:cNvSpPr>
          <p:nvPr>
            <p:ph type="title" orient="vert"/>
          </p:nvPr>
        </p:nvSpPr>
        <p:spPr>
          <a:xfrm>
            <a:off x="8724900" y="365125"/>
            <a:ext cx="2628900" cy="5811838"/>
          </a:xfrm>
        </p:spPr>
        <p:txBody>
          <a:bodyPr vert="eaVert"/>
          <a:lstStyle/>
          <a:p>
            <a:r>
              <a:rPr lang="de-DE"/>
              <a:t>Mastertitelformat bearbeiten</a:t>
            </a:r>
          </a:p>
        </p:txBody>
      </p:sp>
      <p:sp>
        <p:nvSpPr>
          <p:cNvPr id="3" name="Vertikaler Textplatzhalter 2">
            <a:extLst>
              <a:ext uri="{FF2B5EF4-FFF2-40B4-BE49-F238E27FC236}">
                <a16:creationId xmlns:a16="http://schemas.microsoft.com/office/drawing/2014/main" id="{E006C320-2F4A-2492-571A-58CF6B0A18ED}"/>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1F55651B-F96B-DD33-5545-D773BF420E4B}"/>
              </a:ext>
            </a:extLst>
          </p:cNvPr>
          <p:cNvSpPr>
            <a:spLocks noGrp="1"/>
          </p:cNvSpPr>
          <p:nvPr>
            <p:ph type="dt" sz="half" idx="10"/>
          </p:nvPr>
        </p:nvSpPr>
        <p:spPr/>
        <p:txBody>
          <a:bodyPr/>
          <a:lstStyle/>
          <a:p>
            <a:fld id="{3BD8FE86-F5C9-714D-ADE0-A8C15D6E0917}" type="datetimeFigureOut">
              <a:rPr lang="de-DE" smtClean="0"/>
              <a:t>27.05.25</a:t>
            </a:fld>
            <a:endParaRPr lang="de-DE"/>
          </a:p>
        </p:txBody>
      </p:sp>
      <p:sp>
        <p:nvSpPr>
          <p:cNvPr id="5" name="Fußzeilenplatzhalter 4">
            <a:extLst>
              <a:ext uri="{FF2B5EF4-FFF2-40B4-BE49-F238E27FC236}">
                <a16:creationId xmlns:a16="http://schemas.microsoft.com/office/drawing/2014/main" id="{76658AAF-4ACF-C2A2-D0FB-54EFBCC05710}"/>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FD4C554C-F578-140D-0A47-68AD6D42B0B3}"/>
              </a:ext>
            </a:extLst>
          </p:cNvPr>
          <p:cNvSpPr>
            <a:spLocks noGrp="1"/>
          </p:cNvSpPr>
          <p:nvPr>
            <p:ph type="sldNum" sz="quarter" idx="12"/>
          </p:nvPr>
        </p:nvSpPr>
        <p:spPr/>
        <p:txBody>
          <a:bodyPr/>
          <a:lstStyle/>
          <a:p>
            <a:fld id="{0B876FE4-8DFC-FE45-BE39-1F84A65C170C}" type="slidenum">
              <a:rPr lang="de-DE" smtClean="0"/>
              <a:t>‹#›</a:t>
            </a:fld>
            <a:endParaRPr lang="de-DE"/>
          </a:p>
        </p:txBody>
      </p:sp>
    </p:spTree>
    <p:extLst>
      <p:ext uri="{BB962C8B-B14F-4D97-AF65-F5344CB8AC3E}">
        <p14:creationId xmlns:p14="http://schemas.microsoft.com/office/powerpoint/2010/main" val="604366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03662CAC-8D2D-519D-CAAB-FDBEEF3CA1E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p>
        </p:txBody>
      </p:sp>
      <p:sp>
        <p:nvSpPr>
          <p:cNvPr id="3" name="Textplatzhalter 2">
            <a:extLst>
              <a:ext uri="{FF2B5EF4-FFF2-40B4-BE49-F238E27FC236}">
                <a16:creationId xmlns:a16="http://schemas.microsoft.com/office/drawing/2014/main" id="{9DFAF4F0-7E7E-3F82-A897-88ECFA70B1B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8E6573D8-789D-1EC3-A67D-4536DDA244F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BD8FE86-F5C9-714D-ADE0-A8C15D6E0917}" type="datetimeFigureOut">
              <a:rPr lang="de-DE" smtClean="0"/>
              <a:t>27.05.25</a:t>
            </a:fld>
            <a:endParaRPr lang="de-DE"/>
          </a:p>
        </p:txBody>
      </p:sp>
      <p:sp>
        <p:nvSpPr>
          <p:cNvPr id="5" name="Fußzeilenplatzhalter 4">
            <a:extLst>
              <a:ext uri="{FF2B5EF4-FFF2-40B4-BE49-F238E27FC236}">
                <a16:creationId xmlns:a16="http://schemas.microsoft.com/office/drawing/2014/main" id="{69DD30C7-FDA2-629B-B516-2EFF9EB4396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de-DE"/>
          </a:p>
        </p:txBody>
      </p:sp>
      <p:sp>
        <p:nvSpPr>
          <p:cNvPr id="6" name="Foliennummernplatzhalter 5">
            <a:extLst>
              <a:ext uri="{FF2B5EF4-FFF2-40B4-BE49-F238E27FC236}">
                <a16:creationId xmlns:a16="http://schemas.microsoft.com/office/drawing/2014/main" id="{9A07C2B5-7978-8C70-BBFC-362FA009441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B876FE4-8DFC-FE45-BE39-1F84A65C170C}" type="slidenum">
              <a:rPr lang="de-DE" smtClean="0"/>
              <a:t>‹#›</a:t>
            </a:fld>
            <a:endParaRPr lang="de-DE"/>
          </a:p>
        </p:txBody>
      </p:sp>
    </p:spTree>
    <p:extLst>
      <p:ext uri="{BB962C8B-B14F-4D97-AF65-F5344CB8AC3E}">
        <p14:creationId xmlns:p14="http://schemas.microsoft.com/office/powerpoint/2010/main" val="20660219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41BE19E-A05F-069B-E449-06FDFFF82617}"/>
              </a:ext>
            </a:extLst>
          </p:cNvPr>
          <p:cNvSpPr>
            <a:spLocks noGrp="1"/>
          </p:cNvSpPr>
          <p:nvPr>
            <p:ph type="ctrTitle"/>
          </p:nvPr>
        </p:nvSpPr>
        <p:spPr/>
        <p:txBody>
          <a:bodyPr/>
          <a:lstStyle/>
          <a:p>
            <a:r>
              <a:rPr lang="en-GB" noProof="0" dirty="0"/>
              <a:t>Why</a:t>
            </a:r>
          </a:p>
        </p:txBody>
      </p:sp>
      <p:sp>
        <p:nvSpPr>
          <p:cNvPr id="3" name="Untertitel 2">
            <a:extLst>
              <a:ext uri="{FF2B5EF4-FFF2-40B4-BE49-F238E27FC236}">
                <a16:creationId xmlns:a16="http://schemas.microsoft.com/office/drawing/2014/main" id="{1E99A2A7-C09F-1F76-1370-C4F02354C32C}"/>
              </a:ext>
            </a:extLst>
          </p:cNvPr>
          <p:cNvSpPr>
            <a:spLocks noGrp="1"/>
          </p:cNvSpPr>
          <p:nvPr>
            <p:ph type="subTitle" idx="1"/>
          </p:nvPr>
        </p:nvSpPr>
        <p:spPr>
          <a:xfrm>
            <a:off x="1524000" y="877888"/>
            <a:ext cx="9144000" cy="1655762"/>
          </a:xfrm>
        </p:spPr>
        <p:txBody>
          <a:bodyPr>
            <a:normAutofit fontScale="77500" lnSpcReduction="20000"/>
          </a:bodyPr>
          <a:lstStyle/>
          <a:p>
            <a:r>
              <a:rPr lang="en-GB" noProof="0" dirty="0"/>
              <a:t>I‘ve seen so many people that know so much about science and have knowledge in the most distinct fields but so less about </a:t>
            </a:r>
            <a:r>
              <a:rPr lang="en-GB" noProof="0" dirty="0" err="1"/>
              <a:t>themeselves</a:t>
            </a:r>
            <a:r>
              <a:rPr lang="en-GB" noProof="0" dirty="0"/>
              <a:t>. Whenever I try to push their self reflection in a conversation, they are simple not able to enter deeper levels (they are not even aware that </a:t>
            </a:r>
            <a:r>
              <a:rPr lang="en-GB" noProof="0" dirty="0" err="1"/>
              <a:t>somtheing</a:t>
            </a:r>
            <a:r>
              <a:rPr lang="en-GB" noProof="0" dirty="0"/>
              <a:t> like this exists). People lost the bond to their inner souls. The task now is to restore what has been lost. Once man is able to self reflect him deeply, </a:t>
            </a:r>
            <a:r>
              <a:rPr lang="en-GB" noProof="0" dirty="0" err="1"/>
              <a:t>creativly</a:t>
            </a:r>
            <a:r>
              <a:rPr lang="en-GB" noProof="0" dirty="0"/>
              <a:t> and abstractly, so many problems will vanish automatically and the souls of mankind will merge together more than ever!</a:t>
            </a:r>
          </a:p>
        </p:txBody>
      </p:sp>
      <p:sp>
        <p:nvSpPr>
          <p:cNvPr id="4" name="Untertitel 2">
            <a:extLst>
              <a:ext uri="{FF2B5EF4-FFF2-40B4-BE49-F238E27FC236}">
                <a16:creationId xmlns:a16="http://schemas.microsoft.com/office/drawing/2014/main" id="{046D4A95-D140-0E51-F88A-4ECFB7925C26}"/>
              </a:ext>
            </a:extLst>
          </p:cNvPr>
          <p:cNvSpPr txBox="1">
            <a:spLocks/>
          </p:cNvSpPr>
          <p:nvPr/>
        </p:nvSpPr>
        <p:spPr>
          <a:xfrm>
            <a:off x="1524000" y="4289696"/>
            <a:ext cx="9144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GB" noProof="0" dirty="0"/>
          </a:p>
        </p:txBody>
      </p:sp>
      <p:sp>
        <p:nvSpPr>
          <p:cNvPr id="5" name="Untertitel 2">
            <a:extLst>
              <a:ext uri="{FF2B5EF4-FFF2-40B4-BE49-F238E27FC236}">
                <a16:creationId xmlns:a16="http://schemas.microsoft.com/office/drawing/2014/main" id="{E624AFD0-7538-6041-7372-8434D6CC6CC9}"/>
              </a:ext>
            </a:extLst>
          </p:cNvPr>
          <p:cNvSpPr txBox="1">
            <a:spLocks/>
          </p:cNvSpPr>
          <p:nvPr/>
        </p:nvSpPr>
        <p:spPr>
          <a:xfrm>
            <a:off x="1676400" y="3754438"/>
            <a:ext cx="9144000" cy="1655762"/>
          </a:xfrm>
          <a:prstGeom prst="rect">
            <a:avLst/>
          </a:prstGeom>
        </p:spPr>
        <p:txBody>
          <a:bodyPr vert="horz" lIns="91440" tIns="45720" rIns="91440" bIns="45720" rtlCol="0">
            <a:normAutofit fontScale="70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noProof="0" dirty="0"/>
              <a:t>Find a way to </a:t>
            </a:r>
            <a:r>
              <a:rPr lang="en-GB" noProof="0" dirty="0" err="1"/>
              <a:t>conncet</a:t>
            </a:r>
            <a:r>
              <a:rPr lang="en-GB" noProof="0" dirty="0"/>
              <a:t> to archaic though again to alter it to our current </a:t>
            </a:r>
            <a:r>
              <a:rPr lang="en-GB" noProof="0" dirty="0" err="1"/>
              <a:t>undertstnading</a:t>
            </a:r>
            <a:r>
              <a:rPr lang="en-GB" noProof="0" dirty="0"/>
              <a:t> and pass it to the next generation. Evolve the human psyche, not disregard and develop our own as nowadays!!! That gives us a fundamental </a:t>
            </a:r>
            <a:r>
              <a:rPr lang="en-GB" noProof="0" dirty="0" err="1"/>
              <a:t>foundtational</a:t>
            </a:r>
            <a:r>
              <a:rPr lang="en-GB" noProof="0" dirty="0"/>
              <a:t> feeling as we are carried by the wave of the past and now have to ride it and than give over to the next one. But for this, we need to learn again how to treat archaic information, as we </a:t>
            </a:r>
            <a:r>
              <a:rPr lang="en-GB" noProof="0" dirty="0" err="1"/>
              <a:t>disragered</a:t>
            </a:r>
            <a:r>
              <a:rPr lang="en-GB" noProof="0" dirty="0"/>
              <a:t> them too much. This is the main </a:t>
            </a:r>
            <a:r>
              <a:rPr lang="en-GB" noProof="0" dirty="0" err="1"/>
              <a:t>prupose</a:t>
            </a:r>
            <a:r>
              <a:rPr lang="en-GB" noProof="0" dirty="0"/>
              <a:t> of the object </a:t>
            </a:r>
            <a:r>
              <a:rPr lang="en-GB" noProof="0" dirty="0" err="1"/>
              <a:t>iam</a:t>
            </a:r>
            <a:r>
              <a:rPr lang="en-GB" noProof="0" dirty="0"/>
              <a:t> creating to create a channel for mankind that </a:t>
            </a:r>
            <a:r>
              <a:rPr lang="en-GB" noProof="0" dirty="0" err="1"/>
              <a:t>conncets</a:t>
            </a:r>
            <a:r>
              <a:rPr lang="en-GB" noProof="0" dirty="0"/>
              <a:t> him with the human psyche of the past 100, 1000, 10000 years ago. That gives us the strength to overcome </a:t>
            </a:r>
            <a:r>
              <a:rPr lang="en-GB" noProof="0" dirty="0" err="1"/>
              <a:t>everythng</a:t>
            </a:r>
            <a:r>
              <a:rPr lang="en-GB" noProof="0" dirty="0"/>
              <a:t> </a:t>
            </a:r>
          </a:p>
        </p:txBody>
      </p:sp>
      <p:sp>
        <p:nvSpPr>
          <p:cNvPr id="6" name="Untertitel 2">
            <a:extLst>
              <a:ext uri="{FF2B5EF4-FFF2-40B4-BE49-F238E27FC236}">
                <a16:creationId xmlns:a16="http://schemas.microsoft.com/office/drawing/2014/main" id="{DA38F228-948F-6862-30B6-DCAEF57AD861}"/>
              </a:ext>
            </a:extLst>
          </p:cNvPr>
          <p:cNvSpPr txBox="1">
            <a:spLocks/>
          </p:cNvSpPr>
          <p:nvPr/>
        </p:nvSpPr>
        <p:spPr>
          <a:xfrm>
            <a:off x="286833" y="2391299"/>
            <a:ext cx="547525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sz="1200" noProof="0" dirty="0"/>
              <a:t>Psychic </a:t>
            </a:r>
            <a:r>
              <a:rPr lang="en-GB" sz="1200" noProof="0" dirty="0" err="1"/>
              <a:t>evovlement</a:t>
            </a:r>
            <a:r>
              <a:rPr lang="en-GB" sz="1200" noProof="0" dirty="0"/>
              <a:t>: as the biology (physical shape) of man evolves since the beginning of mankind so does the psyche.  We should not forgot that our psyche is archaic and that that  </a:t>
            </a:r>
            <a:r>
              <a:rPr lang="en-GB" sz="1200" noProof="0" dirty="0" err="1"/>
              <a:t>evolutation</a:t>
            </a:r>
            <a:r>
              <a:rPr lang="en-GB" sz="1200" noProof="0" dirty="0"/>
              <a:t>  of our psyche during our life sets us only 0,0000001% </a:t>
            </a:r>
            <a:r>
              <a:rPr lang="en-GB" sz="1200" noProof="0" dirty="0" err="1"/>
              <a:t>pecent</a:t>
            </a:r>
            <a:r>
              <a:rPr lang="en-GB" sz="1200" noProof="0" dirty="0"/>
              <a:t> </a:t>
            </a:r>
            <a:r>
              <a:rPr lang="en-GB" sz="1200" noProof="0" dirty="0" err="1"/>
              <a:t>aprat</a:t>
            </a:r>
            <a:r>
              <a:rPr lang="en-GB" sz="1200" noProof="0" dirty="0"/>
              <a:t> from our ancestors. We are not different, thus we have to </a:t>
            </a:r>
            <a:r>
              <a:rPr lang="en-GB" sz="1200" noProof="0" dirty="0" err="1"/>
              <a:t>acnowledge</a:t>
            </a:r>
            <a:r>
              <a:rPr lang="en-GB" sz="1200" noProof="0" dirty="0"/>
              <a:t> our ancestors and we need to understand their thinking truthfully (the good and bad) are we are inwardly still the same </a:t>
            </a:r>
          </a:p>
        </p:txBody>
      </p:sp>
    </p:spTree>
    <p:extLst>
      <p:ext uri="{BB962C8B-B14F-4D97-AF65-F5344CB8AC3E}">
        <p14:creationId xmlns:p14="http://schemas.microsoft.com/office/powerpoint/2010/main" val="187337852"/>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333</Words>
  <Application>Microsoft Macintosh PowerPoint</Application>
  <PresentationFormat>Widescreen</PresentationFormat>
  <Paragraphs>4</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vt:lpstr>
      <vt:lpstr>Why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Why</dc:title>
  <dc:creator>Marvin Kühne</dc:creator>
  <cp:lastModifiedBy>Kühne, Marvin Julian</cp:lastModifiedBy>
  <cp:revision>1</cp:revision>
  <dcterms:created xsi:type="dcterms:W3CDTF">2024-10-18T04:34:47Z</dcterms:created>
  <dcterms:modified xsi:type="dcterms:W3CDTF">2025-05-27T12:03:39Z</dcterms:modified>
</cp:coreProperties>
</file>